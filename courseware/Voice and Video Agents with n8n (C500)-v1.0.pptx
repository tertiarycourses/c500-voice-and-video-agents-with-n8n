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Voice and Video Agents with n8n (C500)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C500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11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Tertiary Infotech Academy Training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19472"/>
            <a:ext cx="3063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Practitioner in workflow automation, conversational AI and synthetic media production.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Applied AI, agent automation and no-code workflow courses.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role and one communication process you would like to improve.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current experience with n8n, voice interfaces or video creation.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Which matters most for your use case: response speed, consistency, scale or accessibility?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 the C500 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its courseware links for the current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 the GitHub repository for the connected 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Download the Slides,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the guide open alongside each lab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Labs:  https://github.com/tertiarycourses/C500-Voice-and-Video-Agents-with-n8n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Day 1 — Build and govern voice and avatar-video agents with n8n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–  Topic 1: Voice Agent (Labs 1–2)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–  Topic 2: Video Agent (Labs 3–4)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–  9:00 am - 6:00 pm (1-hour lunch; tea breaks within scheduled time)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Learning rhythm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–  Concept → demonstrate → build → verify →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Voice Architecture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Explain the listen-think-talk architecture of a voice agent, select suitable business use cases, and design the n8n workflow and channel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Working Voice 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Build and verify an n8n voice agent that transcribes audio with Whisper, reasons with an AI Agent, speaks with ElevenLabs, and operates through browser and chat channels.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Avatar Video 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Explain avatar-video architecture and build an n8n workflow that turns a governed brief into a talking-head video through an asynchronous video API.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Governed Automation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Automate a monitored video-production and distribution pipeline with approval, retry, accessibility, privacy, cost and human-handoff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Voice and Video Agent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Ideas That Anchor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bounded workflow that interprets an objective, chooses permitted actions, observes results and verifies completion.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Media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Audio and video are typed binary artifacts with format, identity, rights, size and delivery requirements.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Orchestration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n8n controls triggers, credentials, branching, retries, asynchronous jobs, evidence and channel adapters.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Generation never implies permission to act, impersonate or publish; authority remains explicit.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Shared Agent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Receive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Accept an event, validate its source and assign a request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Prepare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Normalise audio or brief data and load only approved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Generate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Transcribe, reason, synthesise speech or render video.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Observe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Read real provider state, errors, timestamps and outputs.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Apply safety, factual, media and release checks.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Deliver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Return or publish through one authorised channel adapter.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Generation is a stage. The workflow owns the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reliable media agent proves what it received, what it generated, what it checked and where it delivered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Will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11680"/>
            <a:ext cx="29352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Voice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61488"/>
            <a:ext cx="29352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Browser audio -&gt; Whisper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AI Agent -&gt; ElevenLabs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Binary audio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011680"/>
            <a:ext cx="29352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Voice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761488"/>
            <a:ext cx="29352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Telegram voice-note adapter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Session and fallback handling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Phone-channel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011680"/>
            <a:ext cx="29352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Video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761488"/>
            <a:ext cx="29352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Governed script and profile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and poll HeyGen job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Approval and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Start from the same synthetic HarbourStay guest-experience scenario.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Import a credential-free workflow template and reconnect only your own authorised credentials.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Inspect the media and data contract before calling a provider.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Run a positive path and one bounded failure path.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Save a named evidence record so the next lab can reuse the verified checkpoint.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Voice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AI voice agents and n8n | webhooks and AI Agent nodes | Whisper and ElevenLabs | browser, chat and phone patterns | service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Voice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voice agent is a conversational system that accepts speech, derives text and intent, chooses a bounded response, then renders speech; audio alone does not make a workflow agentic.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n8n orchestrates triggers, binary audio, model calls, credentials, branches, retries and channel delivery while external models perform transcription, reasoning and speech synthesis.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Speech-to-text converts an audio signal into a transcript; the AI Agent interprets that transcript against role, context and policy rather than treating it as an instruction with unlimited authority.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Text-to-speech converts approved response text into audio; voice identity, pronunciation, language, pace and output format are production parameters.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Browser, messaging and telephone channels expose different audio formats, session identifiers, time limits and response contracts, so the conversation core should be separated from channel adapters.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Perceived quality depends on the full latency budget: capture, upload, transcription, reasoning, synthesis and delivery all contribute to the pause a caller experiences.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Voice Agent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Conversation state needs an explicit key, bounded memory and expiry; channel identifiers are useful routing data but should not silently become long-term personal profiles.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safe voice agent discloses its automated nature, minimises recordings and transcripts, validates callers before sensitive actions, logs decisions, and hands off when confidence or authority is insufficient.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USE-CASE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Agent or Voice Automation?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Transcribe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Speech becomes text; no decision is made.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Route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known intent selects a fixed workflow branch.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bounded model chooses a response or tool.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Human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Consequential or uncertain requests leave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Listen-Think-Talk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Listen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Capture -&gt; validate -&gt; transcribe.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Think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Interpret -&gt; retrieve -&gt; decide.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Talk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Approve text -&gt; synthesise -&gt; deliver.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Trace stages, evidence and fallback.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WORKFLOW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n8n as the Conversation 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Receive audio and a stable conversation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Produce one transcript request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Conversation Core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Apply role, context and response policy.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Adapter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Return browser audio, chat audio or call markup.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MEDIA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Audio Transport and Binary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Browser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Multipart upload from MediaRecorder.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Telegram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File ID -&gt; download -&gt; binary property.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Phone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Call event plus media stream or recording URL.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Provider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Accepted format, limit and response schema.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SPEECH TO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Whisper Transcription Is Evidence, Not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Audio Check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Type, size, duration and signal are usable.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Transcribe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Whisper returns text and optional metadata.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Trim, label language and keep provenance.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Clarify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Repeat critical facts instead of guessing.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THINKING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Agent Role and Response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the agent represents and serves.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Topics and actions it may handle.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Answer, clarify or handoff with reason.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Source, timestamp and uncertainty retained.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TEXT TO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ElevenLabs Speech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Input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Approved response text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Voice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Authorised voice ID and language 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Quality, latency and cost choice.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Audio format suited to the channel.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ONE CORE, MANY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Channel Adapters: Browser, Chat and Phone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Browser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Webhook in; audio response 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Chat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Message event; file download; reply to chat.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Phone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Call event; low-latency turn or callback.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Same role, policy and knowledge contract.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Latency Budget and Conversation Turn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Capture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End-of-speech detection and upload.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Listen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Transcription provider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Think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Context load, tools and model generation.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Talk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Synthesis plus channel delivery.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CONTROL 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Conversation State, Memory and Idempotency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Session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Stable key for related 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Minimum context with retention limit.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Separate verification before protected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Idempotency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One side effect per event or request.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SERVICE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Failures, Fallbacks and Human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Retry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Bounded backoff for transient provider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Clarify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Ask again when speech or intent is unclear.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Fallback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Return text or a safe service message.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Transfer context to a named human queue.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TRUST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Privacy, Consent and Voice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Disclose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Automated identity and recording notice.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Minimise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Least audio, transcript and profile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Authorise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Approved voice, data and tool permissions.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Escalate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Human route for consequential requests.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SAFE ACTION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Tool Authority and Transaction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Inform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Answer from approved service facts.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Prepare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Draft an action without committing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Verify identity and explicit intent.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Execute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one authorised tool and log its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INPUT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Voice Prompt Injection and Untrusted Speech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Separate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System policy is not caller-controlled 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Allow-list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Only named tools and actions are reachable.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Check arguments before every side effect.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Escalate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Refuse or hand off suspicious requests.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VOICE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Language, Pronunciation and Inclusive Speech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Detect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Observe language; do not guess silently.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Repeat names, dates and quantities.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Pronounce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Test domain terms and abbreviations.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Include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Offer text and human alternatives.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OPERATING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Voice-Agent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Grounded answer and clarification rates.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Handoffs, refusals and blocked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Latency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Listen, think, talk and delivery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Usage per completed useful turn.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CHANNEL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Phone Deployment Decision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Contract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Events, media and response deadline.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Verified factor before protected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Named queue with failure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Rollback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Disable route and preserve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END-TO-END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Trace: HarbourStay Late Check-In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Audio plus request ID; no credentials in payload.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Transcript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Observed question retained for traceability.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Information answer; no booking side effect.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MP3 returned; trace proves each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Voice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11680"/>
            <a:ext cx="29352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61488"/>
            <a:ext cx="29352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a Listen-Think-Talk Web Voice Concierge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011680"/>
            <a:ext cx="29352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761488"/>
            <a:ext cx="29352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Connect the Concierge to Telegram Voice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Listen-Think-Talk Web Voice Concierge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HarbourStay's listen-think-talk core: browser audio to Whisper, a bounded concierge response, ElevenLabs speech and a verified handoff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browser voice concierge with one grounded answer, one safe handoff and a redacted execution trace.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21808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600" b="0">
                <a:solidFill>
                  <a:srgbClr val="5B6372"/>
                </a:solidFill>
                <a:latin typeface="Arial"/>
              </a:rPr>
              <a:t>n8n, Whisper, AI Agent, ElevenLabs, browser MediaRecorder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Listen-Think-Talk Web Voice Concierge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Import the starter, reconnect learner-owned credentials, set the authorised voice ID and run the browser console against the n8n Test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labs/workflows/lab01-voice-concierge.json
labs/apps/voice-console/index.html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Listen-Think-Talk Web Voice Concierge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Trace the normal and handoff turns, verify every media stage and save only redacted evidence before activating the Production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Normal: late check-in information
Handoff: change a named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Listen-Think-Talk Web Voice Concierge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98480" cy="28803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058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a late-check-in question returns approved facts as MP3, while a named-booking change routes to handoff. Preserve the supplied X-C500-Request-ID or use the execution-ID fallback, and record no secrets.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the Concierge to Telegram Voice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Reuse the verified concierge core behind a Telegram voice-note adapter, then specify the extra contract a future phone channel needs.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private voice-note bot with bounded session memory, a no-provider text fallback and a phone-channel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21808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600" b="0">
                <a:solidFill>
                  <a:srgbClr val="5B6372"/>
                </a:solidFill>
                <a:latin typeface="Arial"/>
              </a:rPr>
              <a:t>n8n, Telegram, Whisper, AI Agent, window memory, ElevenLabs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the Concierge to Telegram Voice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Import the Telegram adapter, reconnect credentials and trace voice-file download -&gt; conversation core -&gt; spoken chat reply.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labs/workflows/lab02-telegram-voice-agent.json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the Concierge to Telegram Voice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voice and fallback paths, then map the extra identity, timing and transfer contract for a phone channel.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evidence/phone-channel-map.md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the Concierge to Telegram Voice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98480" cy="28803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058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one spoken reply, a text-only fallback with zero media-provider calls, two connected turns, and a deterministic clean-session test by changing the session epoch.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Voice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LO1: Explain the listen-think-talk architecture, select bounded voice use cases, and define channel, tool and human-handoff boundaries.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59936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LO2: Build and verify a Whisper-to-AI-Agent-to-ElevenLabs workflow for browser and Telegram voice channels.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Video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AI video agents and digital avatars | talking-head video APIs | asynchronous n8n production | marketing, training and service | governed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Video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video agent turns an objective and approved source material into a planned, generated, checked and distributed media artifact; generation is one stage of the agent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talking-head request combines script, avatar or talking-photo identity, voice, language, dimensions and optional background or captions into a provider-specific job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Video generation is asynchronous: a create request returns a job identifier, while later status checks return processing, completed or failed state and eventually a media URL.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script is the highest-leverage control: it names audience, objective, claim sources, spoken length, call to action and forbidden claims before an avatar renders it persuasively.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Consent and provenance must cover the avatar image, voice, music, logos and factual source material; synthetic media should be disclosed when context could mislead viewers.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n8n makes the pipeline observable through request IDs, polling limits, error branches, usage logs, approvals and distribution adapters rather than an opaque sequence of API calls.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Video Agent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Distribution is a separate decision from generation. A completed file can enter an approval queue, asset library, Telegram channel or social publishing adapter without granting the generator unlimited publishing rights.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Video quality includes factual accuracy, pronunciation, captions, visual safety, aspect ratio, accessibility, rendering latency and cost per accepted asset, not just visual realism.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AGENTIC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Video Generator or Video 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Template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Known text and fixed media slots.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Generator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Script and assets become a video.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Plans, renders, observes and routes.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Publisher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Separate authority releases the asset.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MEDIA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Talking-Head Video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Script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Approved spoken words and pronunciation cues.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Avatar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Authorised visual identity or talking photo.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Voice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Authorised voice ID, language and pace.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Canvas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Aspect ratio, background and captions.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CREATE -&gt; OBSERVE -&gt; 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HeyGen Asynchronous Job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Validate brief and submit one render job.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Keep request ID, video ID and submitted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Poll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Wait, check state and count attempts.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Resolve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Completed URL, failure record or timeout queue.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CONTENT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 Contract: Brief to Spoken 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watches and what they already know.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One useful action after watching.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Sources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Approved facts and offer wording.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Length, tone, claims and disclosure.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IDENTITY 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Avatar and Voice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Owner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controls the image, voice and brand assets.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Permitted messages and audience.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Term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Duration, channels and withdrawal process.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Disclosure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viewers must know media is synthetic.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REUSABLE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Profile and Asset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Avatar and voice IDs with provenance.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Format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Dimensions, background, captions and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Owner, destination and disclosure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Version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Effective date and change reason.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ASYNC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Polling, Timeouts and Idempotent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Wait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Respect render time and provider rate limits.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Completed, failed or processing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Limit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Maximum attempts and elapsed deadline.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Resume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Continue known job; do not duplicate creation.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ORCHESTRATION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End-to-End Production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Prepare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Brief -&gt; facts -&gt; structured script.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Approve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Claims, identity and destination checked.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Render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Create once and observe job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Store, caption, distribute and log.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PUBLISHING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Distribution Adapters and Release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Asset Library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Stable record, provenance and retention.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Approval Queue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Named reviewer and release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Channel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Caption, media limits and target identity.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Rollback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Unpublish, correct and notify owner.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OPERATING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Observability, Cost and Capacity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Reliability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Completed renders / accepted requests.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Latency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Median and tail time by stage.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Accepted assets / completed renders.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Provider spend / accepted assets.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VIEWER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Accessibility and Release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Words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Rendered speech matches approved script.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Captions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Accurate, readable and time-aligned.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Visual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Safe framing, contrast and correct identity.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Alternative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Transcript or text equivalent available.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TRUSTED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Video Safety and Content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Approved facts and content owner.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Prompt, script and profile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Render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Provider, video ID and check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Reviewer, destination and published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TWO CHECKPOINTS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Moderation Before and After Rendering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Brief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Authority, source facts and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Script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Claims, length and disclosure approved.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Render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Authorised identity and one job 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Words, captions, framing and destination.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LAYOUT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Scene, Caption and Aspect-Ratio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Frame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Choose 16:9, 9:16 or 1:1 deliberately.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Safe Area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Keep face, logo and text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Captions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Readable lines with accurate timing.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Profile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Version dimensions and layout settings.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REPLACEABLE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Provider Portability and Stable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Script, profile and idempotency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Adapter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Translate to provider job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Status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Map processing, completed and failed.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Keep raw job ID and normalised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APPROVED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Content Change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Snapshot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Exact script and release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Hash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Detect any wording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Version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Bind avatar, voice and layout.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Destination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Publish only to reviewed channel.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AFTER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Rollback and Media Incident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Stop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Disable schedule and new releases.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Contain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Remove or restrict the published asset.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Preserve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Keep snapshot, job and decision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Correct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Approve a new version before republishing.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END-TO-END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Trace: HarbourStay Welcome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Brief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Audience, facts, CTA and duration.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Script, identity and destination.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Render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One video ID; bounded polling.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Checks, channel delivery and provenance.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Video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11680"/>
            <a:ext cx="29352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61488"/>
            <a:ext cx="29352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Generate a Talking-Head Welcome Video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011680"/>
            <a:ext cx="29352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761488"/>
            <a:ext cx="293522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Automate a Governed Video Campaign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 Talking-Head Welcome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two-phase video agent: generate a hashed draft, approve that exact snapshot, create one HeyGen job and poll only its stored video 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draft/render webhook, approval-bound browser studio, one captioned video and a status-only resume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21808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600" b="0">
                <a:solidFill>
                  <a:srgbClr val="5B6372"/>
                </a:solidFill>
                <a:latin typeface="Arial"/>
              </a:rPr>
              <a:t>n8n, OpenAI Chat Model, HeyGen API, browser Video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 Talking-Head Welcome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Import the two-phase workflow, reconnect credentials and generate one structured draft with an exact SHA-256 approval hash.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labs/workflows/lab03-avatar-video.json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 Talking-Head Welcome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Approve the unchanged snapshot, create one video ID, poll it to a terminal state and use the status-only resume path if the deadline expires.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labs/workflows/lab03-status-resume.json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 Talking-Head Welcome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98480" cy="28803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058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Prove draft mode makes zero HeyGen calls, render mode rejects a changed script or hash, and one approved snapshot creates one stored video ID that reaches a bounded terminal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 Governed Video Campaign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Operate one approved video snapshot through persistent queue and run tables, create-once rendering, exact release checks and private distribution.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disabled schedule, persistent idempotency ledger, one private release, duplicate-skip proof and recovery runbook.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21808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600" b="0">
                <a:solidFill>
                  <a:srgbClr val="5B6372"/>
                </a:solidFill>
                <a:latin typeface="Arial"/>
              </a:rPr>
              <a:t>n8n Data Table, HeyGen API, Telegram, Wait, IF,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 Governed Video Campaign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exact queue and ledger schemas, import the pipeline and verify approval plus a persistent existing-run query before any provider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labs/workflows/lab04-video-campaign-pipeline.json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 Governed Video Campaign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Release once, prove the persisted request key blocks replay, and recover any known timed-out job through the status-only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877056"/>
            <a:ext cx="8869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CDCFE"/>
                </a:solidFill>
                <a:latin typeface="Arial"/>
              </a:rPr>
              <a:t>$ labs/workflows/lab03-status-resume.json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 Governed Video Campaign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98480" cy="28803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058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pending content makes zero external calls, one approved key produces one render and one private post, provider failures write review_required, and replay skips before create.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Video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LO3: Explain avatar-video architecture and build a governed brief-to-script-to-asynchronous-render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59936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LO4: Operate an approved, idempotent video pipeline with release checks, private distribution, monitoring and rollback.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Voice Architecture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Explain the listen-think-talk architecture of a voice agent, select suitable business use cases, and design the n8n workflow and channel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Working Voice 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Build and verify an n8n voice agent that transcribes audio with Whisper, reasons with an AI Agent, speaks with ElevenLabs, and operates through browser and chat channels.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Avatar Video Agent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Explain avatar-video architecture and build an n8n workflow that turns a governed brief into a talking-head video through an asynchronous video API.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Governed Automation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Automate a monitored video-production and distribution pipeline with approval, retry, accessibility, privacy, cost and human-handoff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Pilot one informational use case with synthetic or approved low-risk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Separate the conversation or render core from channel-specific adapters.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 consent, approval, retention, cost and human-handoff controls before broad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Measure stage latency, errors, accepted outputs and cost before scaling volume.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Revalidate provider contracts and permissions whenever a node, model, avatar or destination changes.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current course material stays available from the C500 course page and GitHub repository.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C500 | KEEP BUILDING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verify connected voice and video agent workflows with n8n.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Voice and Video Agents with n8n (C500)  ·  C500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